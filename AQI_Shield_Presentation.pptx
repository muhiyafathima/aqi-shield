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qi-shield-e5djws2zzsa3mtbzednmbp.streamlit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7680" y="0"/>
            <a:ext cx="1097280" cy="5143500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4754880" y="0"/>
            <a:ext cx="4389120" cy="5143500"/>
          </a:xfrm>
          <a:prstGeom prst="rtTriangle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6766560" y="1645920"/>
            <a:ext cx="2286000" cy="2286000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18872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188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0C0"/>
                </a:solidFill>
              </a:rPr>
              <a:t>🌫️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70C0"/>
                </a:solidFill>
              </a:rPr>
              <a:t>AQI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70C0"/>
                </a:solidFill>
              </a:rPr>
              <a:t>SHIELD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75488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64592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6459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Microsoft  ·  LinkedIn  ·  edunet  ·  SAP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6032" y="9601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Shield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6032" y="16002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Air Quality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Forecast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6032" y="2578608"/>
            <a:ext cx="4297680" cy="384048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57860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2026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" y="31546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Muhiya Fathima, Saniya Begum, Ramita Kumari, Nikitha Violet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" y="358444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muhiyafathima@gmail.com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401421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Prof. [Guide Name]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475488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73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edunet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02920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Abstract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426464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264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Problem Statement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502920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842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Proposed Solution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420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System Architecture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099816"/>
            <a:ext cx="502920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98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Live Demo of Project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Conclusion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215384"/>
            <a:ext cx="502920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1538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Future Scope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822960"/>
            <a:ext cx="3291840" cy="3931920"/>
          </a:xfrm>
          <a:prstGeom prst="rect">
            <a:avLst/>
          </a:prstGeom>
          <a:solidFill>
            <a:srgbClr val="EEF4FB"/>
          </a:solidFill>
          <a:ln w="12700">
            <a:solidFill>
              <a:srgbClr val="CCE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822960"/>
            <a:ext cx="3291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SHIELD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73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edunet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51206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Shield is an AI-powered web application that forecasts and monitors Air Quality Index (AQI) levels across India. Built with Streamlit and powered by an XGBoost machine-learning model, it provides real-time AQI predictions, a geographic map of pollution hotspots, and an AI chatbot that delivers personalised health precautions based on CPCB AQI guidelines.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integrates weather data, historical air-quality records, and advanced ML to help citizens, researchers, and policymakers make informed, data-driven decisions about air-quality risks and health safety.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23560" y="822960"/>
            <a:ext cx="3246120" cy="3886200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32004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23560" y="914400"/>
            <a:ext cx="3246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💡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🌍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📊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73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edunet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India's rapid industrialisation has caused severe air-quality degradation, with many cities exceeding CPCB safe limits on a regular basis.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Citizens lack access to real-time, hyperlocal AQI information or actionable health advice tailored to current pollution levels.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2660904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Existing tools are fragmented — data, prediction, and health guidance are not available in one unified interface.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3557016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Vulnerable groups (children, elderly, people with respiratory conditions) are most at risk but least informed.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23560" y="822960"/>
            <a:ext cx="3246120" cy="3886200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0972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73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edunet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512064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CE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AQI Prediction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ML model trained on CPCB datasets predicts AQI for any Indian city based on pollutant concentrations and meteorological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512064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CE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305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Interactive Map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432304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Plotly-powered geographic map highlights pollution levels across India so users can instantly spot high-risk zones.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364992"/>
            <a:ext cx="512064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CE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39242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Health Advisor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694176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Groq LLM chatbot answers questions about AQI, health impacts, and safety precautions in plain, simple language.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23560" y="822960"/>
            <a:ext cx="3246120" cy="3886200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0972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73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edunet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6052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 Layer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160520" cy="1353312"/>
          </a:xfrm>
          <a:prstGeom prst="rect">
            <a:avLst/>
          </a:prstGeom>
          <a:solidFill>
            <a:srgbClr val="EEF4FB"/>
          </a:solidFill>
          <a:ln w="9525">
            <a:solidFill>
              <a:srgbClr val="CCE0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5331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air-quality datasets, IMD meteorological data, OpenAQ API. Pre-processed with Pandas &amp; NumPy into model-ready features.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90288" y="822960"/>
            <a:ext cx="416052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8229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Engine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90288" y="1298448"/>
            <a:ext cx="4160520" cy="1353312"/>
          </a:xfrm>
          <a:prstGeom prst="rect">
            <a:avLst/>
          </a:prstGeom>
          <a:solidFill>
            <a:srgbClr val="EEF4FB"/>
          </a:solidFill>
          <a:ln w="9525">
            <a:solidFill>
              <a:srgbClr val="CCE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35331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regression model trained on 5 pollutants (PM2.5, PM10, NO₂, SO₂, CO). Saved with Joblib for fast inference.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761488"/>
            <a:ext cx="416052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6148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236976"/>
            <a:ext cx="4160520" cy="1353312"/>
          </a:xfrm>
          <a:prstGeom prst="rect">
            <a:avLst/>
          </a:prstGeom>
          <a:solidFill>
            <a:srgbClr val="EEF4FB"/>
          </a:solidFill>
          <a:ln w="9525">
            <a:solidFill>
              <a:srgbClr val="CCE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9184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multi-page app: AQI Map, Prediction Tool, AI Health Advisor. Deployed on Streamlit Cloud.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90288" y="2761488"/>
            <a:ext cx="416052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76148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AI Chatbot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90288" y="3236976"/>
            <a:ext cx="4160520" cy="1353312"/>
          </a:xfrm>
          <a:prstGeom prst="rect">
            <a:avLst/>
          </a:prstGeom>
          <a:solidFill>
            <a:srgbClr val="EEF4FB"/>
          </a:solidFill>
          <a:ln w="9525">
            <a:solidFill>
              <a:srgbClr val="CCE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29184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API (Gemma2 / LLaMA-3) provides instant Q&amp;A on AQI, health risks, and safety precautions in plain language.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73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edunet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live deployment to explore all features: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560320" cy="3429000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987552"/>
            <a:ext cx="914400" cy="91440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9875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" y="2395728"/>
            <a:ext cx="234086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map showing real-time AQI levels across major Indian cities with colour-coded indicators.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280160"/>
            <a:ext cx="2560320" cy="3429000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987552"/>
            <a:ext cx="914400" cy="91440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9875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74720" y="19385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Predictor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84448" y="2395728"/>
            <a:ext cx="234086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pollutant levels (PM2.5, PM10, NO₂, SO₂, CO) and get an instant AQI prediction with health category.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1280160"/>
            <a:ext cx="2560320" cy="3429000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987552"/>
            <a:ext cx="914400" cy="91440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9875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46520" y="19385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Advisor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56248" y="2395728"/>
            <a:ext cx="234086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AQI levels, health risks, or safety precautions. Powered by Groq Gemma2 LLM.</a:t>
            </a:r>
            <a:endParaRPr lang="en-US" sz="1100" dirty="0"/>
          </a:p>
        </p:txBody>
      </p:sp>
      <p:sp>
        <p:nvSpPr>
          <p:cNvPr id="22" name="Text 20">
            <a:hlinkClick r:id="rId1" tooltip=""/>
          </p:cNvPr>
          <p:cNvSpPr/>
          <p:nvPr/>
        </p:nvSpPr>
        <p:spPr>
          <a:xfrm>
            <a:off x="320040" y="46177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Live App:  https://aqi-shield-e5djws2zzsa3mtbzednmbp.streamlit.app/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73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edunet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868680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868680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822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https://aqi-shield-e5djws2zzsa3mtbzednmbp.streamlit.app/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170432"/>
            <a:ext cx="8503920" cy="3520440"/>
          </a:xfrm>
          <a:prstGeom prst="rect">
            <a:avLst/>
          </a:prstGeom>
          <a:solidFill>
            <a:srgbClr val="F0F4FA"/>
          </a:solidFill>
          <a:ln w="9525">
            <a:solidFill>
              <a:srgbClr val="BBCC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70432"/>
            <a:ext cx="1645920" cy="3520440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1645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Shield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AQI 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Prediction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AI Advisor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1325880"/>
            <a:ext cx="6583680" cy="3200400"/>
          </a:xfrm>
          <a:prstGeom prst="rect">
            <a:avLst/>
          </a:prstGeom>
          <a:solidFill>
            <a:srgbClr val="DDEEFF"/>
          </a:solidFill>
          <a:ln w="6350">
            <a:solidFill>
              <a:srgbClr val="AACC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325880"/>
            <a:ext cx="6583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Shield — Interactive AQI Map of India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Colour-coded AQI heat-map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City-wise AQI levels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ML-based AQI Prediction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AI Health Advisor chatbot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73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edunet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51206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Shield successfully demonstrates how machine learning and AI can be combined to build a practical, citizen-facing air-quality tool.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XGBoost model delivers accurate AQI predictions with low RMSE across diverse cities.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interactive map empowers users to visualise pollution hotspots at a glance.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Groq-powered AI Health Advisor provides instant, accessible health guidance, bridging the gap between complex AQI data and everyday decision-making.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Deployed on Streamlit Cloud, the app is accessible 24 / 7 with no installation required.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0" y="1005840"/>
            <a:ext cx="2560320" cy="2560320"/>
          </a:xfrm>
          <a:prstGeom prst="ellipse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11887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📋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5715000" y="3749040"/>
            <a:ext cx="3017520" cy="548640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73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edunet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51206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data pipeline — integrate live AQI sensor feeds via OpenAQ / CPCB APIs for up-to-the-minute predictions.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Multi-city expansion — extend the model to cover Tier-2 and Tier-3 cities and international locations.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application — build a React Native / Flutter app with push notifications for AQI alerts.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Pollution source identification — classify dominant pollutant sources (vehicle emissions, industry, crop burning) using classification models.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Personalised health reports — generate PDF health summaries for users based on daily exposure levels.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23560" y="822960"/>
            <a:ext cx="3246120" cy="3886200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09728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💡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623560" y="315468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5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18120" y="73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GitHub:  https://github.com/muhiyafathima/aqi-shield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Live Demo:  https://aqi-shield-e5djws2zzsa3mtbzednmbp.streamlit.app/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2026-09-14T09:31:53Z</dcterms:created>
  <dcterms:modified xsi:type="dcterms:W3CDTF">2026-09-14T09:31:53Z</dcterms:modified>
</cp:coreProperties>
</file>